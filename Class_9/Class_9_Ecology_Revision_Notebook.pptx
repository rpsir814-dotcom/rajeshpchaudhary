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82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Chaudhary" userId="b3b084f71d8777e4" providerId="LiveId" clId="{6BB94790-798D-414C-9E3A-061F9F7AA480}"/>
    <pc:docChg chg="modSld modMainMaster">
      <pc:chgData name="Rajesh Chaudhary" userId="b3b084f71d8777e4" providerId="LiveId" clId="{6BB94790-798D-414C-9E3A-061F9F7AA480}" dt="2026-10-20T11:03:07.971" v="20" actId="14100"/>
      <pc:docMkLst>
        <pc:docMk/>
      </pc:docMkLst>
      <pc:sldChg chg="modSp mod">
        <pc:chgData name="Rajesh Chaudhary" userId="b3b084f71d8777e4" providerId="LiveId" clId="{6BB94790-798D-414C-9E3A-061F9F7AA480}" dt="2026-10-20T11:01:53.633" v="7" actId="14100"/>
        <pc:sldMkLst>
          <pc:docMk/>
          <pc:sldMk cId="0" sldId="256"/>
        </pc:sldMkLst>
        <pc:picChg chg="mod">
          <ac:chgData name="Rajesh Chaudhary" userId="b3b084f71d8777e4" providerId="LiveId" clId="{6BB94790-798D-414C-9E3A-061F9F7AA480}" dt="2026-10-20T11:01:53.633" v="7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1:48.161" v="6" actId="14100"/>
        <pc:sldMkLst>
          <pc:docMk/>
          <pc:sldMk cId="0" sldId="257"/>
        </pc:sldMkLst>
        <pc:picChg chg="mod">
          <ac:chgData name="Rajesh Chaudhary" userId="b3b084f71d8777e4" providerId="LiveId" clId="{6BB94790-798D-414C-9E3A-061F9F7AA480}" dt="2026-10-20T11:01:48.161" v="6" actId="14100"/>
          <ac:picMkLst>
            <pc:docMk/>
            <pc:sldMk cId="0" sldId="257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1:58.545" v="8" actId="14100"/>
        <pc:sldMkLst>
          <pc:docMk/>
          <pc:sldMk cId="0" sldId="258"/>
        </pc:sldMkLst>
        <pc:picChg chg="mod">
          <ac:chgData name="Rajesh Chaudhary" userId="b3b084f71d8777e4" providerId="LiveId" clId="{6BB94790-798D-414C-9E3A-061F9F7AA480}" dt="2026-10-20T11:01:58.545" v="8" actId="14100"/>
          <ac:picMkLst>
            <pc:docMk/>
            <pc:sldMk cId="0" sldId="258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2:02.751" v="9" actId="14100"/>
        <pc:sldMkLst>
          <pc:docMk/>
          <pc:sldMk cId="0" sldId="259"/>
        </pc:sldMkLst>
        <pc:picChg chg="mod">
          <ac:chgData name="Rajesh Chaudhary" userId="b3b084f71d8777e4" providerId="LiveId" clId="{6BB94790-798D-414C-9E3A-061F9F7AA480}" dt="2026-10-20T11:02:02.751" v="9" actId="14100"/>
          <ac:picMkLst>
            <pc:docMk/>
            <pc:sldMk cId="0" sldId="259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2:07.391" v="10" actId="14100"/>
        <pc:sldMkLst>
          <pc:docMk/>
          <pc:sldMk cId="0" sldId="260"/>
        </pc:sldMkLst>
        <pc:picChg chg="mod">
          <ac:chgData name="Rajesh Chaudhary" userId="b3b084f71d8777e4" providerId="LiveId" clId="{6BB94790-798D-414C-9E3A-061F9F7AA480}" dt="2026-10-20T11:02:07.391" v="10" actId="14100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2:15.793" v="11" actId="14100"/>
        <pc:sldMkLst>
          <pc:docMk/>
          <pc:sldMk cId="0" sldId="261"/>
        </pc:sldMkLst>
        <pc:picChg chg="mod">
          <ac:chgData name="Rajesh Chaudhary" userId="b3b084f71d8777e4" providerId="LiveId" clId="{6BB94790-798D-414C-9E3A-061F9F7AA480}" dt="2026-10-20T11:02:15.793" v="11" actId="14100"/>
          <ac:picMkLst>
            <pc:docMk/>
            <pc:sldMk cId="0" sldId="261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2:20.784" v="12" actId="14100"/>
        <pc:sldMkLst>
          <pc:docMk/>
          <pc:sldMk cId="0" sldId="262"/>
        </pc:sldMkLst>
        <pc:picChg chg="mod">
          <ac:chgData name="Rajesh Chaudhary" userId="b3b084f71d8777e4" providerId="LiveId" clId="{6BB94790-798D-414C-9E3A-061F9F7AA480}" dt="2026-10-20T11:02:20.784" v="12" actId="14100"/>
          <ac:picMkLst>
            <pc:docMk/>
            <pc:sldMk cId="0" sldId="262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2:25.153" v="13" actId="14100"/>
        <pc:sldMkLst>
          <pc:docMk/>
          <pc:sldMk cId="0" sldId="263"/>
        </pc:sldMkLst>
        <pc:picChg chg="mod">
          <ac:chgData name="Rajesh Chaudhary" userId="b3b084f71d8777e4" providerId="LiveId" clId="{6BB94790-798D-414C-9E3A-061F9F7AA480}" dt="2026-10-20T11:02:25.153" v="13" actId="14100"/>
          <ac:picMkLst>
            <pc:docMk/>
            <pc:sldMk cId="0" sldId="263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2:29.433" v="14" actId="14100"/>
        <pc:sldMkLst>
          <pc:docMk/>
          <pc:sldMk cId="0" sldId="264"/>
        </pc:sldMkLst>
        <pc:picChg chg="mod">
          <ac:chgData name="Rajesh Chaudhary" userId="b3b084f71d8777e4" providerId="LiveId" clId="{6BB94790-798D-414C-9E3A-061F9F7AA480}" dt="2026-10-20T11:02:29.433" v="14" actId="14100"/>
          <ac:picMkLst>
            <pc:docMk/>
            <pc:sldMk cId="0" sldId="264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2:35.176" v="15" actId="14100"/>
        <pc:sldMkLst>
          <pc:docMk/>
          <pc:sldMk cId="0" sldId="265"/>
        </pc:sldMkLst>
        <pc:picChg chg="mod">
          <ac:chgData name="Rajesh Chaudhary" userId="b3b084f71d8777e4" providerId="LiveId" clId="{6BB94790-798D-414C-9E3A-061F9F7AA480}" dt="2026-10-20T11:02:35.176" v="15" actId="14100"/>
          <ac:picMkLst>
            <pc:docMk/>
            <pc:sldMk cId="0" sldId="265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2:43.769" v="16" actId="14100"/>
        <pc:sldMkLst>
          <pc:docMk/>
          <pc:sldMk cId="0" sldId="266"/>
        </pc:sldMkLst>
        <pc:picChg chg="mod">
          <ac:chgData name="Rajesh Chaudhary" userId="b3b084f71d8777e4" providerId="LiveId" clId="{6BB94790-798D-414C-9E3A-061F9F7AA480}" dt="2026-10-20T11:02:43.769" v="16" actId="14100"/>
          <ac:picMkLst>
            <pc:docMk/>
            <pc:sldMk cId="0" sldId="266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2:49.033" v="17" actId="14100"/>
        <pc:sldMkLst>
          <pc:docMk/>
          <pc:sldMk cId="0" sldId="267"/>
        </pc:sldMkLst>
        <pc:picChg chg="mod">
          <ac:chgData name="Rajesh Chaudhary" userId="b3b084f71d8777e4" providerId="LiveId" clId="{6BB94790-798D-414C-9E3A-061F9F7AA480}" dt="2026-10-20T11:02:49.033" v="17" actId="14100"/>
          <ac:picMkLst>
            <pc:docMk/>
            <pc:sldMk cId="0" sldId="267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2:54.410" v="18" actId="14100"/>
        <pc:sldMkLst>
          <pc:docMk/>
          <pc:sldMk cId="0" sldId="268"/>
        </pc:sldMkLst>
        <pc:picChg chg="mod">
          <ac:chgData name="Rajesh Chaudhary" userId="b3b084f71d8777e4" providerId="LiveId" clId="{6BB94790-798D-414C-9E3A-061F9F7AA480}" dt="2026-10-20T11:02:54.410" v="18" actId="14100"/>
          <ac:picMkLst>
            <pc:docMk/>
            <pc:sldMk cId="0" sldId="268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3:00.529" v="19" actId="14100"/>
        <pc:sldMkLst>
          <pc:docMk/>
          <pc:sldMk cId="0" sldId="269"/>
        </pc:sldMkLst>
        <pc:picChg chg="mod">
          <ac:chgData name="Rajesh Chaudhary" userId="b3b084f71d8777e4" providerId="LiveId" clId="{6BB94790-798D-414C-9E3A-061F9F7AA480}" dt="2026-10-20T11:03:00.529" v="19" actId="14100"/>
          <ac:picMkLst>
            <pc:docMk/>
            <pc:sldMk cId="0" sldId="269"/>
            <ac:picMk id="2" creationId="{00000000-0000-0000-0000-000000000000}"/>
          </ac:picMkLst>
        </pc:picChg>
      </pc:sldChg>
      <pc:sldChg chg="modSp mod">
        <pc:chgData name="Rajesh Chaudhary" userId="b3b084f71d8777e4" providerId="LiveId" clId="{6BB94790-798D-414C-9E3A-061F9F7AA480}" dt="2026-10-20T11:03:07.971" v="20" actId="14100"/>
        <pc:sldMkLst>
          <pc:docMk/>
          <pc:sldMk cId="0" sldId="270"/>
        </pc:sldMkLst>
        <pc:picChg chg="mod">
          <ac:chgData name="Rajesh Chaudhary" userId="b3b084f71d8777e4" providerId="LiveId" clId="{6BB94790-798D-414C-9E3A-061F9F7AA480}" dt="2026-10-20T11:03:07.971" v="20" actId="14100"/>
          <ac:picMkLst>
            <pc:docMk/>
            <pc:sldMk cId="0" sldId="270"/>
            <ac:picMk id="2" creationId="{00000000-0000-0000-0000-000000000000}"/>
          </ac:picMkLst>
        </pc:picChg>
      </pc:sldChg>
      <pc:sldMasterChg chg="addSp modSp mod">
        <pc:chgData name="Rajesh Chaudhary" userId="b3b084f71d8777e4" providerId="LiveId" clId="{6BB94790-798D-414C-9E3A-061F9F7AA480}" dt="2026-10-20T11:01:20.994" v="3" actId="14100"/>
        <pc:sldMasterMkLst>
          <pc:docMk/>
          <pc:sldMasterMk cId="0" sldId="2147483648"/>
        </pc:sldMasterMkLst>
        <pc:picChg chg="add mod">
          <ac:chgData name="Rajesh Chaudhary" userId="b3b084f71d8777e4" providerId="LiveId" clId="{6BB94790-798D-414C-9E3A-061F9F7AA480}" dt="2026-10-20T11:01:20.994" v="3" actId="14100"/>
          <ac:picMkLst>
            <pc:docMk/>
            <pc:sldMasterMk cId="0" sldId="2147483648"/>
            <ac:picMk id="8" creationId="{B2B7D7D4-7D70-51D8-81C8-68FC92817ABF}"/>
          </ac:picMkLst>
        </pc:pic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B7D7D4-7D70-51D8-81C8-68FC92817AB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09599"/>
            <a:ext cx="16256000" cy="96631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16256000" cy="7581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16256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16256000" cy="7581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16256000" cy="7658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16256000" cy="7505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16256000" cy="7581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16256000" cy="7658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16256000" cy="7658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16256000" cy="7505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16256000" cy="7505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62560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16256000" cy="7581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16256000" cy="7581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16256000" cy="7581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16256000" cy="765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Rajesh Chaudhary</cp:lastModifiedBy>
  <cp:revision>1</cp:revision>
  <dcterms:created xsi:type="dcterms:W3CDTF">2006-08-16T00:00:00Z</dcterms:created>
  <dcterms:modified xsi:type="dcterms:W3CDTF">2026-10-20T11:03:09Z</dcterms:modified>
</cp:coreProperties>
</file>