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4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Chaudhary" userId="b3b084f71d8777e4" providerId="LiveId" clId="{6BB94790-798D-414C-9E3A-061F9F7AA480}"/>
    <pc:docChg chg="modSld modMainMaster">
      <pc:chgData name="Rajesh Chaudhary" userId="b3b084f71d8777e4" providerId="LiveId" clId="{6BB94790-798D-414C-9E3A-061F9F7AA480}" dt="2026-10-19T06:00:07.992" v="21" actId="14100"/>
      <pc:docMkLst>
        <pc:docMk/>
      </pc:docMkLst>
      <pc:sldChg chg="modSp mod">
        <pc:chgData name="Rajesh Chaudhary" userId="b3b084f71d8777e4" providerId="LiveId" clId="{6BB94790-798D-414C-9E3A-061F9F7AA480}" dt="2026-10-19T05:58:47.648" v="4" actId="14100"/>
        <pc:sldMkLst>
          <pc:docMk/>
          <pc:sldMk cId="0" sldId="256"/>
        </pc:sldMkLst>
        <pc:picChg chg="mod">
          <ac:chgData name="Rajesh Chaudhary" userId="b3b084f71d8777e4" providerId="LiveId" clId="{6BB94790-798D-414C-9E3A-061F9F7AA480}" dt="2026-10-19T05:58:47.648" v="4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19T05:58:55.297" v="6" actId="14100"/>
        <pc:sldMkLst>
          <pc:docMk/>
          <pc:sldMk cId="0" sldId="257"/>
        </pc:sldMkLst>
        <pc:picChg chg="mod">
          <ac:chgData name="Rajesh Chaudhary" userId="b3b084f71d8777e4" providerId="LiveId" clId="{6BB94790-798D-414C-9E3A-061F9F7AA480}" dt="2026-10-19T05:58:55.297" v="6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19T05:59:02.881" v="8" actId="14100"/>
        <pc:sldMkLst>
          <pc:docMk/>
          <pc:sldMk cId="0" sldId="258"/>
        </pc:sldMkLst>
        <pc:picChg chg="mod">
          <ac:chgData name="Rajesh Chaudhary" userId="b3b084f71d8777e4" providerId="LiveId" clId="{6BB94790-798D-414C-9E3A-061F9F7AA480}" dt="2026-10-19T05:59:02.881" v="8" actId="14100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19T05:59:12.305" v="10" actId="14100"/>
        <pc:sldMkLst>
          <pc:docMk/>
          <pc:sldMk cId="0" sldId="259"/>
        </pc:sldMkLst>
        <pc:picChg chg="mod">
          <ac:chgData name="Rajesh Chaudhary" userId="b3b084f71d8777e4" providerId="LiveId" clId="{6BB94790-798D-414C-9E3A-061F9F7AA480}" dt="2026-10-19T05:59:12.305" v="10" actId="14100"/>
          <ac:picMkLst>
            <pc:docMk/>
            <pc:sldMk cId="0" sldId="259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19T05:59:21.257" v="12" actId="14100"/>
        <pc:sldMkLst>
          <pc:docMk/>
          <pc:sldMk cId="0" sldId="260"/>
        </pc:sldMkLst>
        <pc:picChg chg="mod">
          <ac:chgData name="Rajesh Chaudhary" userId="b3b084f71d8777e4" providerId="LiveId" clId="{6BB94790-798D-414C-9E3A-061F9F7AA480}" dt="2026-10-19T05:59:21.257" v="12" actId="14100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19T05:59:32.080" v="14" actId="14100"/>
        <pc:sldMkLst>
          <pc:docMk/>
          <pc:sldMk cId="0" sldId="261"/>
        </pc:sldMkLst>
        <pc:picChg chg="mod">
          <ac:chgData name="Rajesh Chaudhary" userId="b3b084f71d8777e4" providerId="LiveId" clId="{6BB94790-798D-414C-9E3A-061F9F7AA480}" dt="2026-10-19T05:59:32.080" v="14" actId="14100"/>
          <ac:picMkLst>
            <pc:docMk/>
            <pc:sldMk cId="0" sldId="261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19T05:59:47.513" v="17" actId="14100"/>
        <pc:sldMkLst>
          <pc:docMk/>
          <pc:sldMk cId="0" sldId="262"/>
        </pc:sldMkLst>
        <pc:picChg chg="mod">
          <ac:chgData name="Rajesh Chaudhary" userId="b3b084f71d8777e4" providerId="LiveId" clId="{6BB94790-798D-414C-9E3A-061F9F7AA480}" dt="2026-10-19T05:59:47.513" v="17" actId="14100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19T05:59:58.744" v="19" actId="14100"/>
        <pc:sldMkLst>
          <pc:docMk/>
          <pc:sldMk cId="0" sldId="263"/>
        </pc:sldMkLst>
        <pc:picChg chg="mod">
          <ac:chgData name="Rajesh Chaudhary" userId="b3b084f71d8777e4" providerId="LiveId" clId="{6BB94790-798D-414C-9E3A-061F9F7AA480}" dt="2026-10-19T05:59:58.744" v="19" actId="14100"/>
          <ac:picMkLst>
            <pc:docMk/>
            <pc:sldMk cId="0" sldId="263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19T06:00:07.992" v="21" actId="14100"/>
        <pc:sldMkLst>
          <pc:docMk/>
          <pc:sldMk cId="0" sldId="264"/>
        </pc:sldMkLst>
        <pc:picChg chg="mod">
          <ac:chgData name="Rajesh Chaudhary" userId="b3b084f71d8777e4" providerId="LiveId" clId="{6BB94790-798D-414C-9E3A-061F9F7AA480}" dt="2026-10-19T06:00:07.992" v="21" actId="14100"/>
          <ac:picMkLst>
            <pc:docMk/>
            <pc:sldMk cId="0" sldId="264"/>
            <ac:picMk id="2" creationId="{00000000-0000-0000-0000-000000000000}"/>
          </ac:picMkLst>
        </pc:picChg>
      </pc:sldChg>
      <pc:sldMasterChg chg="addSp modSp">
        <pc:chgData name="Rajesh Chaudhary" userId="b3b084f71d8777e4" providerId="LiveId" clId="{6BB94790-798D-414C-9E3A-061F9F7AA480}" dt="2026-10-19T05:58:14.542" v="0" actId="931"/>
        <pc:sldMasterMkLst>
          <pc:docMk/>
          <pc:sldMasterMk cId="0" sldId="2147483648"/>
        </pc:sldMasterMkLst>
        <pc:picChg chg="add mod">
          <ac:chgData name="Rajesh Chaudhary" userId="b3b084f71d8777e4" providerId="LiveId" clId="{6BB94790-798D-414C-9E3A-061F9F7AA480}" dt="2026-10-19T05:58:14.542" v="0" actId="931"/>
          <ac:picMkLst>
            <pc:docMk/>
            <pc:sldMasterMk cId="0" sldId="2147483648"/>
            <ac:picMk id="8" creationId="{C6C65D85-6989-67D2-1274-9CE1348A9F63}"/>
          </ac:picMkLst>
        </pc:pic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C65D85-6989-67D2-1274-9CE1348A9F6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90487"/>
            <a:ext cx="15925800" cy="8963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400"/>
            <a:ext cx="1625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162560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16256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162560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200"/>
            <a:ext cx="162560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400"/>
            <a:ext cx="1625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16256000" cy="5676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200"/>
            <a:ext cx="162560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0"/>
            <a:ext cx="16256000" cy="541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Rajesh Chaudhary</cp:lastModifiedBy>
  <cp:revision>1</cp:revision>
  <dcterms:created xsi:type="dcterms:W3CDTF">2006-08-16T00:00:00Z</dcterms:created>
  <dcterms:modified xsi:type="dcterms:W3CDTF">2026-10-19T06:00:12Z</dcterms:modified>
</cp:coreProperties>
</file>